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b06cab2b3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b06cab2b3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b06cab2b3a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b06cab2b3a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06cab2b3a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b06cab2b3a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b06cab2b3a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b06cab2b3a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06cab2b3a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b06cab2b3a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Целевая аудитория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Люди среднего возраста (35-55 лет, испытывают проблемы со сном из-за изменения биоритмов)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Пожилые люди (60+ лет, качество сна ухудшается с возрастом)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Спортивные люди (20-50 лет, хотят оптимизировать циклы сна для восстановления после тренировок)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Проблема, которую мы решаем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"40% взрослых людей по всему миру страдают от нарушений сна, но только 10% обращаются за профессиональной помощью"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Люди тратят 7-9 часов в сутки на сон, но не понимают его качества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Существующие трекеры показывают только "сколько", но не "насколько хорошо"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ru"/>
              <a:t>Отсутствие персонализированных, научно-обоснованных рекомендаций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Наше видение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Персонализированная система анализа и улучшения качества сна с использованием AI. Приложение помогает отслеживать сон, анализировать его качество и получать персональные рекомендации для улучшения отдыха.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North Star Metric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ru"/>
              <a:t>Ключевой показатель качества сна (рассчитываемый по формуле на основе продолжительности, эффективности и соотношения фаз) стабильно улучшается или остается стабильно высоким (выше персонального порога) в течение 1 недели.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